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2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DF2C66-25F4-4FFB-AFB2-E5D3ACE79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C134DEC-059B-EDD0-8938-84BF184FA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F9198F-85A9-FF90-9FDA-0CF5696D1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F499F4-E630-C551-5F46-574ADECA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CD1F79-79FC-68BB-B646-D2C3C832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64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02A686-44B4-F4E9-620A-ECA3DEAFC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A173C2-FEFD-8706-A5CB-C524B6725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5940C2-8B0B-8172-87CB-1769E734D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C6AD15-AE9A-DAED-7422-F7237B5F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328C8E-A359-6AC9-F6F1-17A99093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090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D13924-B8B7-7083-FC3D-77AFEACEF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8C1BDC-39E0-AE94-DC7A-9D5EBB235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048534-F173-1208-4EA4-6C541FB2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D345CE-2DE7-C8E8-48BB-999209CC9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83FB33-30AD-AE70-4059-2DD65124E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168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45750D-A9ED-1FA2-F621-AE1873D8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1460DE-0B6B-5A85-222F-5D59F515A9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17302A0-BCE0-5683-1A65-29AE3DDA3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27E70F-1E52-DA11-9AF0-45A1997C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836B40-E81E-9E90-1E94-C81BA3A2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D5F7649-63C7-8889-C418-579E5BA3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12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33F58-9671-9907-3912-F2947923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D3ECEFD-FC94-549B-06B7-7943D6A67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C77D9F-5D1A-B5A9-1211-996F630D6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7EEBD77-6A3D-9EC8-813E-738F52F461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DC6A7FD-B9B3-0283-9DE2-568560978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21E5302-B639-FFC1-F6A1-8BD882D5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F73B6EA-1CC9-8D78-E49F-FFC47D74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7D81FB1-0334-58C7-807D-2ED11F28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9364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E561F0-94AD-C576-4E23-A4DC6C3E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E281949-B22E-B0B6-50AD-43653575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F382F6-CA48-98CD-6488-B18C86D8F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CB039D-F6AB-F203-EA75-9EF64F27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113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C47D056-4DAE-B4CB-93AE-D3A2700F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C525849-E5E2-1BB7-B58E-65883A05E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155625-CE88-AD42-A101-358E8B334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2071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659D62-D241-B337-B770-769DC98DA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EDF3C5-1D07-DFEE-282F-B4A23A049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CC2CAB-9C4D-E57C-CE14-344D6AB45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C3E3255-8820-4E71-B321-D5689AB4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4DE04B-3001-FBDD-7273-AD81F0924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9192A6-BD8F-503C-77FD-7A28FBED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16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67E542-7408-7AF6-23D2-2D83C820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4244431-2A28-098D-E7D6-993774AB6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E1BD703-AA50-BF70-083F-C5A1ECE9D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C4BAF78-D0F4-5AE4-0347-897135D0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69E440-D07F-5B1D-9EFA-15696987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5CD860-0301-F387-D752-7A29CE13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535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680150-9ACC-96B9-ADF9-47CC6E8FA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8E4F4A0-33E4-E93D-4AD0-B7579EC8A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6C6F98-FE38-52A5-5511-A1BFA4CCA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0C0AA4-872F-644E-241F-F08E4468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1DF697-F3E4-15BD-A564-8B8CD801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1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99F8DB9-E8BE-C53D-3A9E-C2C063486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E60F99E-4A38-6529-F391-384534550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BD51F5-9BB7-587D-47D4-89318858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5451DE-778A-440B-F952-8F06328E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1B763F-6927-A659-5F9C-ED914642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447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2208539-E7EB-F13A-B65A-055C0BC9B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7FBAAA-8836-5DDB-79DE-5EE4CC4BA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0B3FA8-088C-C9C0-094F-495CADCA2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60CDC-37CE-48F2-841A-6D6EB3341788}" type="datetimeFigureOut">
              <a:rPr lang="zh-TW" altLang="en-US" smtClean="0"/>
              <a:t>2024/6/27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BA6E8E-58D1-E4CC-5E36-6BAEA57FD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10F26B-1182-527A-0397-5212E65AA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3F338-DDE0-4BA8-90F1-6BE23F4C68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8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526F9E8-C9DC-26B2-F4F8-D203D5B5D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752" y="1875181"/>
            <a:ext cx="7375322" cy="447923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9A52988-85BF-B9A1-09AE-0C1F0A8FE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66" y="3531707"/>
            <a:ext cx="3220553" cy="1424606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DE6C2D4B-71A0-C32B-1F76-413DAD4E55AE}"/>
              </a:ext>
            </a:extLst>
          </p:cNvPr>
          <p:cNvSpPr txBox="1">
            <a:spLocks/>
          </p:cNvSpPr>
          <p:nvPr/>
        </p:nvSpPr>
        <p:spPr>
          <a:xfrm>
            <a:off x="642734" y="108350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en-US" altLang="zh-TW" dirty="0"/>
              <a:t>KSOC Tool </a:t>
            </a:r>
            <a:r>
              <a:rPr lang="zh-TW" altLang="en-US" dirty="0"/>
              <a:t>裡會有預設的</a:t>
            </a:r>
            <a:r>
              <a:rPr lang="en-US" altLang="zh-TW" dirty="0"/>
              <a:t>label</a:t>
            </a:r>
            <a:r>
              <a:rPr lang="zh-TW" altLang="en-US" dirty="0"/>
              <a:t>選項</a:t>
            </a:r>
            <a:r>
              <a:rPr lang="en-US" altLang="zh-TW" dirty="0"/>
              <a:t>(</a:t>
            </a:r>
            <a:r>
              <a:rPr lang="en-US" altLang="zh-TW" dirty="0" err="1"/>
              <a:t>PatPat,NoNo,Left,Right</a:t>
            </a:r>
            <a:r>
              <a:rPr lang="en-US" altLang="zh-TW" dirty="0"/>
              <a:t>)</a:t>
            </a:r>
            <a:r>
              <a:rPr lang="zh-TW" altLang="en-US" dirty="0"/>
              <a:t>，這裡可以使用我們提供的</a:t>
            </a:r>
            <a:r>
              <a:rPr lang="en-US" altLang="zh-TW" dirty="0"/>
              <a:t>RenewType.py</a:t>
            </a:r>
            <a:r>
              <a:rPr lang="zh-TW" altLang="en-US" dirty="0"/>
              <a:t>去換成自己想要的</a:t>
            </a:r>
            <a:r>
              <a:rPr lang="en-US" altLang="zh-TW" dirty="0"/>
              <a:t>label</a:t>
            </a:r>
            <a:r>
              <a:rPr lang="zh-TW" altLang="en-US" dirty="0"/>
              <a:t>名稱做紀錄。</a:t>
            </a:r>
            <a:r>
              <a:rPr lang="en-US" altLang="zh-TW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5410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895DDB-338F-0D8F-DB52-C939A7666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4658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zh-TW" altLang="en-US" dirty="0"/>
              <a:t>在</a:t>
            </a:r>
            <a:r>
              <a:rPr lang="en-US" altLang="zh-TW" dirty="0"/>
              <a:t>KSOC Tool</a:t>
            </a:r>
            <a:r>
              <a:rPr lang="zh-TW" altLang="en-US" dirty="0"/>
              <a:t>裡找到 </a:t>
            </a:r>
            <a:r>
              <a:rPr lang="en-US" altLang="zh-TW" dirty="0" err="1"/>
              <a:t>TempParam</a:t>
            </a:r>
            <a:r>
              <a:rPr lang="zh-TW" altLang="en-US" dirty="0"/>
              <a:t>資料夾，一路按下去按到</a:t>
            </a:r>
            <a:r>
              <a:rPr lang="en-US" altLang="zh-TW" dirty="0"/>
              <a:t>sram_h5(</a:t>
            </a:r>
            <a:r>
              <a:rPr lang="zh-TW" altLang="en-US" dirty="0"/>
              <a:t>下面例子是用</a:t>
            </a:r>
            <a:r>
              <a:rPr lang="en-US" altLang="zh-TW" dirty="0"/>
              <a:t>RDI</a:t>
            </a:r>
            <a:r>
              <a:rPr lang="zh-TW" altLang="en-US" dirty="0"/>
              <a:t>中的</a:t>
            </a:r>
            <a:r>
              <a:rPr lang="en-US" altLang="zh-TW" dirty="0"/>
              <a:t>120cm</a:t>
            </a:r>
            <a:r>
              <a:rPr lang="zh-TW" altLang="en-US" dirty="0"/>
              <a:t>舉例，換不同的設定中間路徑在自己更換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r>
              <a:rPr lang="zh-TW" altLang="en-US" dirty="0"/>
              <a:t>把</a:t>
            </a:r>
            <a:r>
              <a:rPr lang="en-US" altLang="zh-TW" dirty="0"/>
              <a:t>RenewType.py</a:t>
            </a:r>
            <a:r>
              <a:rPr lang="zh-TW" altLang="en-US" dirty="0"/>
              <a:t>放入</a:t>
            </a:r>
            <a:r>
              <a:rPr lang="en-US" altLang="zh-TW" dirty="0"/>
              <a:t>sram_h5</a:t>
            </a:r>
            <a:r>
              <a:rPr lang="zh-TW" altLang="en-US" dirty="0"/>
              <a:t>下面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FBEF8A0-FB7A-9A5D-FA41-97D4BCA9408D}"/>
              </a:ext>
            </a:extLst>
          </p:cNvPr>
          <p:cNvSpPr txBox="1"/>
          <p:nvPr/>
        </p:nvSpPr>
        <p:spPr>
          <a:xfrm>
            <a:off x="2948608" y="1774639"/>
            <a:ext cx="6592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\K60168A_Dongle\KSOC_Tool\Collect_RDI\TempParam\K60168-Test-00256-008-v0.0.8-20230717_120cm\ai_acc_weight\sram_h5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D12D4B2-B439-F409-2C11-97F21D43F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423" y="3429000"/>
            <a:ext cx="8875328" cy="235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18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895DDB-338F-0D8F-DB52-C939A7666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284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zh-TW" altLang="en-US" dirty="0"/>
              <a:t>打開</a:t>
            </a:r>
            <a:r>
              <a:rPr lang="en-US" altLang="zh-TW" dirty="0"/>
              <a:t>RenewType.py</a:t>
            </a:r>
            <a:r>
              <a:rPr lang="zh-TW" altLang="en-US" dirty="0"/>
              <a:t>後，在</a:t>
            </a:r>
            <a:r>
              <a:rPr lang="en-US" altLang="zh-TW" dirty="0"/>
              <a:t>30</a:t>
            </a:r>
            <a:r>
              <a:rPr lang="zh-TW" altLang="en-US" dirty="0"/>
              <a:t>行改成同資料夾下的</a:t>
            </a:r>
            <a:r>
              <a:rPr lang="en-US" altLang="zh-TW" dirty="0"/>
              <a:t>.h5</a:t>
            </a:r>
            <a:r>
              <a:rPr lang="zh-TW" altLang="en-US" dirty="0"/>
              <a:t>檔案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r>
              <a:rPr lang="en-US" altLang="zh-TW" dirty="0"/>
              <a:t>41</a:t>
            </a:r>
            <a:r>
              <a:rPr lang="zh-TW" altLang="en-US" dirty="0"/>
              <a:t>行開始去修改成你想要命名的手勢編號以及名稱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DBF4E5-B7F8-0378-467F-00E43EE23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577" y="1473790"/>
            <a:ext cx="9442174" cy="80768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817C9F1-2C9C-C515-1FE8-EAF734E2F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374" y="3576339"/>
            <a:ext cx="7423252" cy="21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1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895DDB-338F-0D8F-DB52-C939A7666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284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zh-TW" altLang="en-US" dirty="0"/>
              <a:t>成功運行後，就改完成了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2D20EBD-A734-0187-95D1-7DF227FAC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861" y="2651149"/>
            <a:ext cx="5560315" cy="372314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EDA4A5C-EACF-77BC-7857-B6B916EAF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026" y="1369845"/>
            <a:ext cx="7301948" cy="107381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DE07236-7FA4-84E3-378D-BF72AEBAF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898" y="3344798"/>
            <a:ext cx="4490265" cy="233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5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166</Words>
  <Application>Microsoft Office PowerPoint</Application>
  <PresentationFormat>寬螢幕</PresentationFormat>
  <Paragraphs>15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聖凱 林</dc:creator>
  <cp:lastModifiedBy>聖凱 林</cp:lastModifiedBy>
  <cp:revision>2</cp:revision>
  <dcterms:created xsi:type="dcterms:W3CDTF">2024-06-27T09:01:05Z</dcterms:created>
  <dcterms:modified xsi:type="dcterms:W3CDTF">2024-06-27T09:28:49Z</dcterms:modified>
</cp:coreProperties>
</file>